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Distribution Shift in Medical Imaging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Autoencoder Reconstruction Error as Predictor of Model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investigates whether autoencoder reconstruction error (RE) can predict machine learning model performance degradation under distribution shift in medical imaging. A convolutional autoencoder trained on NIH adult chest X-rays is evaluated on pediatric and CheXpert datasets. We examine correlations between RE and classifier AUROC drop, demonstrating that RE is a useful unsupervised indicator of dataset shift severity.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Diagram</a:t>
            </a:r>
          </a:p>
        </p:txBody>
      </p:sp>
      <p:pic>
        <p:nvPicPr>
          <p:cNvPr id="3" name="Picture 2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6271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Autoencoders may miss semantic shifts that do not change pixel-level structure.</a:t>
            </a:r>
          </a:p>
          <a:p>
            <a:r>
              <a:t>- Pediatric vs adult anatomical differences introduce confounding factors.</a:t>
            </a:r>
          </a:p>
          <a:p>
            <a:r>
              <a:t>- Imaging device variability affects texture and quality.</a:t>
            </a:r>
          </a:p>
          <a:p>
            <a:r>
              <a:t>- Reconstruction error may not always correlate linearly with accuracy drop.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